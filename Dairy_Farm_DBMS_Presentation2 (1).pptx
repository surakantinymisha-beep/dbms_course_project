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— PRESENTATION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Farm Herd &amp; Milk Collection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 ·  Database Design  ·  Filled Tables  ·  Query Execution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ER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263140"/>
            <a:ext cx="50292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4620" y="212598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2788920"/>
            <a:ext cx="0" cy="118872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77640" y="324612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03720" y="2788920"/>
            <a:ext cx="0" cy="118872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24612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2263140"/>
            <a:ext cx="50292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86700" y="212598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2788920"/>
            <a:ext cx="0" cy="27432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691640" y="3063240"/>
            <a:ext cx="521208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903720" y="2788920"/>
            <a:ext cx="0" cy="27432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977640" y="292608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10312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213969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village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4612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210312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74136" y="213969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DOB, farmer_id (FK)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210312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0176" y="213969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(FK), date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fat%, snf%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58200" y="173736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0" y="210312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86216" y="213969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(FK), amount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97764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4612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HEALTH_RECORD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434340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74136" y="437997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(FK), 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397764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5216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RATE_CHART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89320" y="434340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0176" y="437997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fat/snf_range, rate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farmer has many cattle and many milk-collection entries; each entry is priced from the rate chart and rolled up into a payment.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DATABASE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(3NF)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75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PK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637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397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60020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075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PK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3637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FK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6517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9397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2278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lactation_status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60020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075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collection_id PK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3637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FK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6517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shift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9397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qty_litres, fat%, snf%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79476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794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270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PK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5582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FK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846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1343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34840" y="379476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4840" y="379476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0" y="3794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RATE_CHART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4270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rate_id PK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45582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fat_min/max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617720" y="4846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snf_min/max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617720" y="51343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rate_per_litre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29600" y="379476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0" y="3794760"/>
            <a:ext cx="352044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66760" y="3794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HEALTH_RECORD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4270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PK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45582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FK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4846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record_type, date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FILLED-IN TABLES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— FARMER &amp; CATTLE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137160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Anantapur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Reddy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9123456780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Lakshmi Devi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9988776655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Kurnool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257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1430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cattle_id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Jersey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2021-03-15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Holstein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2020-07-22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Sahiwal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2019-11-05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rows show real inserted data, matching the primary/foreign key structure defined in the schema.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FILLED-IN TABLES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— MILK_COLLECTION &amp; RATE_CHART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188720"/>
                <a:gridCol w="1005840"/>
                <a:gridCol w="914400"/>
                <a:gridCol w="82296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(L)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snf%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9095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RATE_CHART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fat_min–max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3.5–4.0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4.0–4.5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4.5–5.0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 references FARMER via farmer_id; the fat% of each entry is matched to a band in RATE_CHART to price it — used in the next slide's query.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QUERY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6751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each farmer's amount due for the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881360" cy="2148840"/>
          </a:xfrm>
          <a:prstGeom prst="roundRect">
            <a:avLst>
              <a:gd name="adj" fmla="val 212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f.name, SUM(m.qty_litres * r.rate_per_litre) AS amount_due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farmer f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milk_collection m ON m.farmer_id = f.farmer_id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rate_chart r ON m.fat_pct BETWEEN r.fat_min AND r.fat_max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m.date = '2026-09-20'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f.name;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0624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amount_due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₹787.50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Reddy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₹265.60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92240" y="4251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Kumar: (12.5 L × ₹35) + (10.0 L × ₹35) = ₹787.50  — both entries fall in the 4.0–4.5% fat band.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Reddy: 8.3 L × ₹32 = ₹265.60  — entry falls in the 3.5–4.0% fat band.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2026-09-21T05:08:33Z</dcterms:created>
  <dcterms:modified xsi:type="dcterms:W3CDTF">2026-09-21T05:08:33Z</dcterms:modified>
</cp:coreProperties>
</file>