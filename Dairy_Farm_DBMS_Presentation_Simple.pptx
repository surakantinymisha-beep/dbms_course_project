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Dairy Farm Herd &amp; Milk Collection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 and Implementation Approach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problem are we solving, and for whom?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cooperatives and milk-collection centres that gather milk from many small farmers every day.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process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51960" y="2103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 details, daily milk quantity/fat/SNF readings, and farmer payments are recorded on paper or in disconnected spreadsheets.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2103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get lost or duplicated, payments are slow and error-prone, and health/vaccination history is hard to trace per animal.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database problem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6052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cattle, milk collection, and payments are naturally related entities — exactly what a relational database is built to model.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depend on a calculation (quantity × rate for that fat/SNF band) that must stay accurate and auditable — not manually recomputed.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(monthly yield, dues, health due-lists) need to be generated instantly from stored data, not compiled by hand.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will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19656"/>
            <a:ext cx="256032" cy="25603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196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herd registry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animal, linked to its owner farmer.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276856"/>
            <a:ext cx="106070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86584"/>
            <a:ext cx="256032" cy="25603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3865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35000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daily milk collection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35000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fat %, SNF % captured per farmer, per shift.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2843784"/>
            <a:ext cx="106070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53512"/>
            <a:ext cx="256032" cy="25603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9535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9169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payments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1693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applied automatically from a fat/SNF rate chart — no manual lookup.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3410712"/>
            <a:ext cx="106070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20440"/>
            <a:ext cx="256032" cy="25603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520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4838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animal health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48386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and vet-visit history stored per animal.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106070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087368"/>
            <a:ext cx="256032" cy="25603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40873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0507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reports on demand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405079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trends, dues, and health due-lists pulled directly from the data.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data is structured (ER diagram)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2400300"/>
            <a:ext cx="502920" cy="0"/>
          </a:xfrm>
          <a:prstGeom prst="line">
            <a:avLst/>
          </a:prstGeom>
          <a:noFill/>
          <a:ln w="19050">
            <a:solidFill>
              <a:srgbClr val="C992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674620" y="226314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97680" y="2926080"/>
            <a:ext cx="0" cy="1234440"/>
          </a:xfrm>
          <a:prstGeom prst="line">
            <a:avLst/>
          </a:prstGeom>
          <a:noFill/>
          <a:ln w="19050">
            <a:solidFill>
              <a:srgbClr val="C992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77640" y="340614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903720" y="2926080"/>
            <a:ext cx="0" cy="1234440"/>
          </a:xfrm>
          <a:prstGeom prst="line">
            <a:avLst/>
          </a:prstGeom>
          <a:noFill/>
          <a:ln w="19050">
            <a:solidFill>
              <a:srgbClr val="C992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340614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2400300"/>
            <a:ext cx="502920" cy="0"/>
          </a:xfrm>
          <a:prstGeom prst="line">
            <a:avLst/>
          </a:prstGeom>
          <a:noFill/>
          <a:ln w="19050">
            <a:solidFill>
              <a:srgbClr val="C992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86700" y="226314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691640" y="2926080"/>
            <a:ext cx="0" cy="320040"/>
          </a:xfrm>
          <a:prstGeom prst="line">
            <a:avLst/>
          </a:prstGeom>
          <a:noFill/>
          <a:ln w="19050">
            <a:solidFill>
              <a:srgbClr val="C9922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691640" y="3246120"/>
            <a:ext cx="5212080" cy="0"/>
          </a:xfrm>
          <a:prstGeom prst="line">
            <a:avLst/>
          </a:prstGeom>
          <a:noFill/>
          <a:ln w="19050">
            <a:solidFill>
              <a:srgbClr val="C9922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903720" y="2926080"/>
            <a:ext cx="0" cy="320040"/>
          </a:xfrm>
          <a:prstGeom prst="line">
            <a:avLst/>
          </a:prstGeom>
          <a:noFill/>
          <a:ln w="19050">
            <a:solidFill>
              <a:srgbClr val="C9922E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3977640" y="3108960"/>
            <a:ext cx="6400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187452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1947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" y="224028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227685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village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187452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46120" y="1947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83280" y="224028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74136" y="227685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breed, DOB, farmer_id (FK)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187452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52160" y="1947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MILK_COLLECTION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224028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80176" y="227685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(FK), date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qty, fat%, snf%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458200" y="187452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58200" y="1947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95360" y="224028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86216" y="227685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farmer_id (FK), amount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46120" y="416052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246120" y="4233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HEALTH_RECORD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83280" y="452628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374136" y="456285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cattle_id (FK), 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852160" y="4160520"/>
            <a:ext cx="2103120" cy="1051560"/>
          </a:xfrm>
          <a:prstGeom prst="roundRect">
            <a:avLst>
              <a:gd name="adj" fmla="val 5217"/>
            </a:avLst>
          </a:prstGeom>
          <a:solidFill>
            <a:srgbClr val="1B433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852160" y="42336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RATE_CHART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989320" y="4526280"/>
            <a:ext cx="1828800" cy="0"/>
          </a:xfrm>
          <a:prstGeom prst="line">
            <a:avLst/>
          </a:prstGeom>
          <a:noFill/>
          <a:ln w="9525">
            <a:solidFill>
              <a:srgbClr val="74C69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80176" y="4562856"/>
            <a:ext cx="1847088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rate_id (PK)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fat/snf_range, rate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farmer has many cattle and many milk-collection entries; each collection entry is priced from the rate chart and rolled up into a payment.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will build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88136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Schema design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tables above in 3NF, with primary/foreign keys enforcing every relationship.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6070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7860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Database build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57860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schema in MySQL / PostgreSQL with constraints and sample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106070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32841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entry interface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328416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front end (Java or Python) for staff at each collection centre to log entries.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50208"/>
            <a:ext cx="106070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07822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Queries &amp; reports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407822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views/queries for payment calculation, health due-lists, and yield reports.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10607040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82803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Testing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48280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sample farmers/cattle data; check constraints, edge cases, and report accuracy.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92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974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 paper records with a normalized database that calculates payments correctly and reports instantly.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54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2026-09-01T10:11:21Z</dcterms:created>
  <dcterms:modified xsi:type="dcterms:W3CDTF">2026-09-01T10:11:21Z</dcterms:modified>
</cp:coreProperties>
</file>