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 — PRESENTATION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Dairy Farm Herd &amp; Milk Collection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connected to MySQL: Insert · Delete · View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120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Surakanti Nymisha Reddy  ·  25WU0102279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Dr. Kiran Mayee Adavala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675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web UI on top of the MySQL database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6" name="Image 0" descr="/home/claude/report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10881360" cy="2392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297680"/>
            <a:ext cx="10881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supports Insert, Delete and View for all 6 tables: Farmers, Cattle, Milk Collection, Rate Chart, Payments, Health Records.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7th tab runs the amount-due query (milk quantity × fat-band rate, per farmer).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HTML/CSS/JavaScript frontend, Node.js + Express backend, MySQL 8 database.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675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website connects to MySQL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6400800" cy="3291840"/>
          </a:xfrm>
          <a:prstGeom prst="roundRect">
            <a:avLst>
              <a:gd name="adj" fmla="val 1389"/>
            </a:avLst>
          </a:prstGeom>
          <a:solidFill>
            <a:srgbClr val="1B43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6035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backend/db.js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mysql = require("mysql2/promise");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pool = mysql.createPool({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host:     process.env.DB_HOST,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user:     process.env.DB_USER,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process.env.DB_PASSWORD,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database: "dairy_farm_db",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connectionLimit: 10,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dateStrings: true,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pool;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164592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are read from a .env file, which is kept out of GitHub.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 pool reuses up to 10 connections.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 uses ? placeholders, which prevents SQL injection.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badge “MySQL connected” in the UI comes from /api/health, which runs SELECT 1.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Start:  cd backend  →  npm install  →  npm start  →  open http://localhost:5000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675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 in MySQL (1 of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claude/report/shots/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229799" cy="4846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6419088"/>
            <a:ext cx="62297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mysql&gt; SELECT * FROM farmer / cattle / rate_chart;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164592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farmer: 3 farmers; phone is UNIQUE.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cattle: each animal points to its owner through farmer_id.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rate_chart: three fat bands that do not overlap, so a fat value matches only one band.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675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 in MySQL (2 of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claude/report/shots/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876288" cy="4754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6327648"/>
            <a:ext cx="6876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mysql&gt; SELECT * FROM milk_collection / payment / health_record;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164592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milk_collection: 3 entries for 2026-09-20 with quantity, fat % and SNF %.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payment: settled August payments for two farmers.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health_record: vaccinations and a checkup linked to cattle.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— 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675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/home/claude/report/shots/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263549" cy="2103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675888"/>
            <a:ext cx="62635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tab: insert form on top, rows read from MySQL below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164592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the table is filled by GET /api/farmers.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fill the form and click Add Farmer.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each row has a Delete button with a confirmation.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badge shows the live database connection.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— 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675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Cattle and Milk Collection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0" descr="/home/claude/report/shots/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300981" cy="2103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675888"/>
            <a:ext cx="630098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 tab: owner name is joined from the farmer table</a:t>
            </a:r>
            <a:endParaRPr lang="en-US" sz="1100" dirty="0"/>
          </a:p>
        </p:txBody>
      </p:sp>
      <p:pic>
        <p:nvPicPr>
          <p:cNvPr id="8" name="Image 1" descr="/home/claude/report/shots/c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41648"/>
            <a:ext cx="5825216" cy="2103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6163056"/>
            <a:ext cx="582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Collection tab: shift, quantity, fat % and SNF %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164592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and cattle fields are drop-downs filled from the database, so an invalid owner cannot be entered.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use a date picker; decimals use numeric fields.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— 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675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Chart and Payments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6" name="Image 0" descr="/home/claude/report/shots/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825216" cy="2103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675888"/>
            <a:ext cx="582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Chart tab: price per litre for each fat / SNF band</a:t>
            </a:r>
            <a:endParaRPr lang="en-US" sz="1100" dirty="0"/>
          </a:p>
        </p:txBody>
      </p:sp>
      <p:pic>
        <p:nvPicPr>
          <p:cNvPr id="8" name="Image 1" descr="/home/claude/report/shots/c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41648"/>
            <a:ext cx="6802349" cy="2103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6163056"/>
            <a:ext cx="68023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tab: payment per farmer and period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164592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bands drive the amount-due calculation.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are stored as settled amounts, so later rate changes do not alter past payments.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— VIEW AND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675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Records and Amount Due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6" name="Image 0" descr="/home/claude/report/shots/c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326185" cy="2103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675888"/>
            <a:ext cx="63261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 tab: vaccination and checkup history per animal</a:t>
            </a:r>
            <a:endParaRPr lang="en-US" sz="1100" dirty="0"/>
          </a:p>
        </p:txBody>
      </p:sp>
      <p:pic>
        <p:nvPicPr>
          <p:cNvPr id="8" name="Image 1" descr="/home/claude/report/shots/c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41648"/>
            <a:ext cx="6802349" cy="2103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6163056"/>
            <a:ext cx="68023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Due Report: shows a message when the chosen date has no collections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164592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tab runs the SQL join of collections with the rate chart.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2026-09-20 to see the amount due for each farmer.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675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and Delete: from the button to the database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303520" cy="2103120"/>
          </a:xfrm>
          <a:prstGeom prst="roundRect">
            <a:avLst>
              <a:gd name="adj" fmla="val 2174"/>
            </a:avLst>
          </a:prstGeom>
          <a:solidFill>
            <a:srgbClr val="1B43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router.post("/", async (req, res) =&gt;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name, phone, village } = req.body;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pool.query(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"INSERT INTO farmer (name, phone, village)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VALUES (?, ?, ?)", [name, phone, village]);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554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303520" cy="2103120"/>
          </a:xfrm>
          <a:prstGeom prst="roundRect">
            <a:avLst>
              <a:gd name="adj" fmla="val 2174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0574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router.delete("/:id", async (req, res) =&gt;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pool.query(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"DELETE FROM farmer WHERE farmer_id = ?",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[req.params.id]);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97680"/>
            <a:ext cx="10881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form submit → fetch() POST or DELETE → Express route → SQL on MySQL → table reloads with the change.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Integrity: deleting a farmer who still has cattle, milk entries or payments is refused by MySQL (ON DELETE RESTRICT), and the UI shows the error.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cattle record also removes its health records (ON DELETE CASCADE).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675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Amount due report and live demo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6035040" cy="2286000"/>
          </a:xfrm>
          <a:prstGeom prst="roundRect">
            <a:avLst>
              <a:gd name="adj" fmla="val 2000"/>
            </a:avLst>
          </a:prstGeom>
          <a:solidFill>
            <a:srgbClr val="1B43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f.name,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SUM(m.qty_litres * r.rate_per_litre) AS amount_due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farmer f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milk_collection m ON m.farmer_id = f.farmer_id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rate_chart 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m.fat_pct BETWEEN r.fat_min AND r.fat_max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m.collection_date = '2026-09-20'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f.name;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0233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for 2026-09-20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891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Kumar: (12.5 + 10.0) × ₹35 = ₹787.50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Reddy: 8.3 × ₹32 = ₹265.60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6002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96596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open each tab.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add a farmer, then run SELECT * FROM farmer in MySQL.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remove that farmer, run the SELECT again.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Integrity: try deleting Ramesh Kumar and show the error.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run the query for 2026-09-20.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UI performs Insert, Delete and View on live MySQL data.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Dairy Farm DBMS - Presentation III (UI Demo)</dc:title>
  <dc:subject>PptxGenJS Presentation</dc:subject>
  <dc:creator>PptxGenJS</dc:creator>
  <cp:lastModifiedBy>PptxGenJS</cp:lastModifiedBy>
  <cp:revision>1</cp:revision>
  <dcterms:created xsi:type="dcterms:W3CDTF">2026-10-14T04:55:27Z</dcterms:created>
  <dcterms:modified xsi:type="dcterms:W3CDTF">2026-10-14T04:55:27Z</dcterms:modified>
</cp:coreProperties>
</file>